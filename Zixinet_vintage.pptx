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zixinet.ru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7C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F7EED2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E0E3D8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01 —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960120"/>
            <a:ext cx="4983480" cy="516636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3063240" cy="384048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КАРЬЕРА И 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10512"/>
            <a:ext cx="649224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8850">
                <a:solidFill>
                  <a:srgbClr val="F7EED2"/>
                </a:solidFill>
                <a:latin typeface="Open Sans Condensed Light"/>
              </a:defRPr>
            </a:pPr>
            <a:r>
              <a:t>КАРЬЕРА</a:t>
            </a:r>
          </a:p>
          <a:p>
            <a:pPr>
              <a:lnSpc>
                <a:spcPct val="100000"/>
              </a:lnSpc>
              <a:defRPr sz="8850">
                <a:solidFill>
                  <a:srgbClr val="F7EED2"/>
                </a:solidFill>
                <a:latin typeface="Open Sans Condensed Light"/>
              </a:defRPr>
            </a:pPr>
            <a:r>
              <a:t>В ZIXINET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43484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E0E3D8"/>
                </a:solidFill>
                <a:latin typeface="DejaVu Sans"/>
              </a:defRPr>
            </a:pPr>
            <a:r>
              <a:t>Веб-разработка. Цифровые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E0E3D8"/>
                </a:solidFill>
                <a:latin typeface="DejaVu Sans"/>
              </a:defRPr>
            </a:pPr>
            <a:r>
              <a:t>продукты. Команда.</a:t>
            </a:r>
          </a:p>
        </p:txBody>
      </p:sp>
      <p:pic>
        <p:nvPicPr>
          <p:cNvPr id="14" name="Picture 13" descr="pan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600200"/>
            <a:ext cx="4343400" cy="434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5897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F7EED2"/>
                </a:solidFill>
                <a:latin typeface="DejaVu Sans"/>
              </a:defRPr>
            </a:pPr>
            <a:r>
              <a:t>КАРЬЕРНЫЙ ГИД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01 / ЗНАКОМСТВО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КТО ТАКИЕ ZIXINET?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02 — 12</a:t>
            </a:r>
          </a:p>
        </p:txBody>
      </p:sp>
      <p:pic>
        <p:nvPicPr>
          <p:cNvPr id="11" name="Picture 10" descr="panel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97480"/>
            <a:ext cx="3383280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0" y="5074920"/>
            <a:ext cx="1280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068">
                <a:solidFill>
                  <a:srgbClr val="4C626A"/>
                </a:solidFill>
                <a:latin typeface="Open Sans Condensed Light"/>
              </a:defRPr>
            </a:pPr>
            <a:r>
              <a:t>ZIXINET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34640"/>
            <a:ext cx="57607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658">
                <a:solidFill>
                  <a:srgbClr val="4C626A"/>
                </a:solidFill>
                <a:latin typeface="Open Sans Condensed Light"/>
              </a:defRPr>
            </a:pPr>
            <a:r>
              <a:t>СОЗДАНИЕ САЙТОВ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4343400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Zixinet занимается созданием сайтов.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В этой презентации — ориентиры для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знакомства с веб-разработкой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подготовки к работе в команде.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02 / ТИПОВЫЕ НАПРАВЛЕНИЯ ВЕБ-КОМАНДЫ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ОСНОВНЫЕ НАПРАВЛЕНИЯ РАБОТЫ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03 —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3547872" cy="320040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0906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5073">
                <a:solidFill>
                  <a:srgbClr val="4C626A"/>
                </a:solidFill>
                <a:latin typeface="Open Sans Condensed Light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160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Разработка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937760"/>
            <a:ext cx="30540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Вёрстка страниц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программирование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функций сайта.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2834640"/>
            <a:ext cx="3547872" cy="320040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0906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5073">
                <a:solidFill>
                  <a:srgbClr val="4C626A"/>
                </a:solidFill>
                <a:latin typeface="Open Sans Condensed Light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Дизайн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37760"/>
            <a:ext cx="30540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Структура страниц,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интерфейсы и визуальная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система сайта.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3" y="2834640"/>
            <a:ext cx="3547872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30906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5073">
                <a:solidFill>
                  <a:srgbClr val="4C626A"/>
                </a:solidFill>
                <a:latin typeface="Open Sans Condensed Light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4160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Поддержка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4937760"/>
            <a:ext cx="30540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Обновление, проверка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8777A"/>
                </a:solidFill>
                <a:latin typeface="DejaVu Sans"/>
              </a:defRPr>
            </a:pPr>
            <a:r>
              <a:t>развитие сайта.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447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68777A"/>
                </a:solidFill>
                <a:latin typeface="DejaVu Sans"/>
              </a:defRPr>
            </a:pPr>
            <a:r>
              <a:t>Типовые этапы создания сайта, не подтверждённый перечень услуг Zixinet.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03 / ЗНАКОМСТВО С КОМАНДОЙ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ПУТЬ КАНДИДАТА</a:t>
            </a:r>
          </a:p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В КОМАНДУ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04 —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263347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40156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087368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Отклик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и резюме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374136"/>
            <a:ext cx="2633472" cy="201168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3575304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261104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Первое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знакомство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547872"/>
            <a:ext cx="2633472" cy="20116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74903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434840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Профильное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интервью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3721608"/>
            <a:ext cx="2633472" cy="201168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392277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4C626A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460857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Обсуждение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условий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52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68777A"/>
                </a:solidFill>
                <a:latin typeface="DejaVu Sans"/>
              </a:defRPr>
            </a:pPr>
            <a:r>
              <a:t>Иллюстративный процесс — не официальный регламент компании.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04 / ПЕРВОЕ ВПЕЧАТЛЕНИЕ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РЕЗЮМЕ, КОТОРОЕ ЗАМЕТЯТ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05 —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5422392" cy="333756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06324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4C626A"/>
                </a:solidFill>
                <a:latin typeface="DejaVu Sans"/>
              </a:defRPr>
            </a:pPr>
            <a:r>
              <a:t>+ СТОИТ ПОКАЗАТЬ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7" y="3730752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7" y="38404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Реальные проекты и ссылки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7" y="4261104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7" y="437083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Конкретные результаты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7" y="4791456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7" y="490118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Технологии и инструменты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7" y="5321808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7" y="543153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Чёткую структуру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5422392" cy="333756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06324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4C626A"/>
                </a:solidFill>
                <a:latin typeface="DejaVu Sans"/>
              </a:defRPr>
            </a:pPr>
            <a:r>
              <a:t>− ЛУЧШЕ ИЗБЕГАТЬ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10528" y="3730752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10528" y="38404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Общих фраз без примеров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0528" y="4261104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0528" y="437083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Перечня навыков без опыта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10528" y="4791456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10528" y="490118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Ошибок в оформлении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10528" y="5321808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10528" y="543153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C626A"/>
                </a:solidFill>
                <a:latin typeface="DejaVu Sans"/>
              </a:defRPr>
            </a:pPr>
            <a:r>
              <a:t>Неактуальных контактов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7C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F7EED2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E0E3D8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F7EED2"/>
                </a:solidFill>
                <a:latin typeface="DejaVu Sans"/>
              </a:defRPr>
            </a:pPr>
            <a:r>
              <a:t>05 / ПОКАЖИТЕ ХОД МЫСЛИ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F7EED2"/>
                </a:solidFill>
                <a:latin typeface="Open Sans Condensed Light"/>
              </a:defRPr>
            </a:pPr>
            <a:r>
              <a:t>ПОДГОТОВКА</a:t>
            </a:r>
          </a:p>
          <a:p>
            <a:pPr>
              <a:lnSpc>
                <a:spcPct val="100000"/>
              </a:lnSpc>
              <a:defRPr sz="4720">
                <a:solidFill>
                  <a:srgbClr val="F7EED2"/>
                </a:solidFill>
                <a:latin typeface="Open Sans Condensed Light"/>
              </a:defRPr>
            </a:pPr>
            <a:r>
              <a:t>К СОБЕСЕДОВАНИЮ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06 — 12</a:t>
            </a:r>
          </a:p>
        </p:txBody>
      </p:sp>
      <p:pic>
        <p:nvPicPr>
          <p:cNvPr id="11" name="Picture 10" descr="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331720"/>
            <a:ext cx="41148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971800"/>
            <a:ext cx="6492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F7EED2"/>
                </a:solidFill>
                <a:latin typeface="DejaVu Sans"/>
              </a:defRPr>
            </a:pPr>
            <a:r>
              <a:t>Покажите, как вы мыслите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F7EED2"/>
                </a:solidFill>
                <a:latin typeface="DejaVu Sans"/>
              </a:defRPr>
            </a:pPr>
            <a:r>
              <a:t>и решаете задачи.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416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7EED2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04164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7EED2"/>
                </a:solidFill>
                <a:latin typeface="DejaVu Sans"/>
              </a:defRPr>
            </a:pPr>
            <a:r>
              <a:t>Проекты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E0E3D8"/>
                </a:solidFill>
                <a:latin typeface="DejaVu Sans"/>
              </a:defRPr>
            </a:pPr>
            <a:r>
              <a:t>Расскажите о сложной задаче и своём решении.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5294376"/>
            <a:ext cx="6309360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486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7EED2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864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7EED2"/>
                </a:solidFill>
                <a:latin typeface="DejaVu Sans"/>
              </a:defRPr>
            </a:pPr>
            <a:r>
              <a:t>Командная работа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92531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E0E3D8"/>
                </a:solidFill>
                <a:latin typeface="DejaVu Sans"/>
              </a:defRPr>
            </a:pPr>
            <a:r>
              <a:t>Как вы обсуждаете правки, сроки и обратную связь?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7C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F7EED2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E0E3D8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F7EED2"/>
                </a:solidFill>
                <a:latin typeface="DejaVu Sans"/>
              </a:defRPr>
            </a:pPr>
            <a:r>
              <a:t>06 / ПРОФЕССИОНАЛЬНАЯ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F7EED2"/>
                </a:solidFill>
                <a:latin typeface="Open Sans Condensed Light"/>
              </a:defRPr>
            </a:pPr>
            <a:r>
              <a:t>НАВЫКИ ПРОГРАММИСТА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07 —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7EED2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8716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7EED2"/>
                </a:solidFill>
                <a:latin typeface="DejaVu Sans"/>
              </a:defRPr>
            </a:pPr>
            <a:r>
              <a:t>Код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08376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E0E3D8"/>
                </a:solidFill>
                <a:latin typeface="DejaVu Sans"/>
              </a:defRPr>
            </a:pPr>
            <a:r>
              <a:t>Основы языка, читаемость и тестирование.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3739896"/>
            <a:ext cx="6492240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7216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7EED2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2160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7EED2"/>
                </a:solidFill>
                <a:latin typeface="DejaVu Sans"/>
              </a:defRPr>
            </a:pPr>
            <a:r>
              <a:t>Архитектура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42816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E0E3D8"/>
                </a:solidFill>
                <a:latin typeface="DejaVu Sans"/>
              </a:defRPr>
            </a:pPr>
            <a:r>
              <a:t>API, проектирование и интеграции.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974336"/>
            <a:ext cx="6492240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49560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7EED2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5604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F7EED2"/>
                </a:solidFill>
                <a:latin typeface="DejaVu Sans"/>
              </a:defRPr>
            </a:pPr>
            <a:r>
              <a:t>Данные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477256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E0E3D8"/>
                </a:solidFill>
                <a:latin typeface="DejaVu Sans"/>
              </a:defRPr>
            </a:pPr>
            <a:r>
              <a:t>SQL, безопасность и оптимизация.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208776"/>
            <a:ext cx="6492240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589520" y="2560320"/>
            <a:ext cx="4069080" cy="361188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06040"/>
            <a:ext cx="370332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07 / ДВЕ СТОРОНЫ ПРОДУКТА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FRONTEND И BACKEND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08 —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5422392" cy="306324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944368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248">
                <a:solidFill>
                  <a:srgbClr val="4C626A"/>
                </a:solidFill>
                <a:latin typeface="Open Sans Condensed Light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50791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HTML / CSS / 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8970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Адаптивная вёрстка и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2861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React / Vue — примеры технологий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97480"/>
            <a:ext cx="5422392" cy="306324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944368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248">
                <a:solidFill>
                  <a:srgbClr val="4C626A"/>
                </a:solidFill>
                <a:latin typeface="Open Sans Condensed Light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050791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Серверная логика и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48970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Базы данных и интеграции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92861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PHP / Python — примеры технологий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68777A"/>
                </a:solidFill>
                <a:latin typeface="DejaVu Sans"/>
              </a:defRPr>
            </a:pPr>
            <a:r>
              <a:t>Ориентиры для подготовки, не требования конкретной вакансии.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08 / ВОЗМОЖНОСТИ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ПОЧЕМУ ИНТЕРЕСНА РАБОТА</a:t>
            </a:r>
          </a:p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В ВЕБ-СТУДИИ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09 — 12</a:t>
            </a:r>
          </a:p>
        </p:txBody>
      </p:sp>
      <p:pic>
        <p:nvPicPr>
          <p:cNvPr id="11" name="Picture 10" descr="panel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816352"/>
            <a:ext cx="2423160" cy="2423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2395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4C626A"/>
                </a:solidFill>
                <a:latin typeface="DejaVu Sans"/>
              </a:defRPr>
            </a:pPr>
            <a:r>
              <a:t>Разные проекты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15000"/>
            <a:ext cx="35204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Разные задачи, аудитории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форматы сайтов.</a:t>
            </a:r>
          </a:p>
        </p:txBody>
      </p:sp>
      <p:pic>
        <p:nvPicPr>
          <p:cNvPr id="14" name="Picture 13" descr="pan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816352"/>
            <a:ext cx="2423160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25112" y="52395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4C626A"/>
                </a:solidFill>
                <a:latin typeface="DejaVu Sans"/>
              </a:defRPr>
            </a:pPr>
            <a:r>
              <a:t>Команда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5715000"/>
            <a:ext cx="35204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Сотрудничество разработчиков,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дизайнеров и менеджеров.</a:t>
            </a:r>
          </a:p>
        </p:txBody>
      </p:sp>
      <p:pic>
        <p:nvPicPr>
          <p:cNvPr id="17" name="Picture 16" descr="panel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944" y="2816352"/>
            <a:ext cx="2423160" cy="2423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01583" y="52395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4C626A"/>
                </a:solidFill>
                <a:latin typeface="DejaVu Sans"/>
              </a:defRPr>
            </a:pPr>
            <a:r>
              <a:t>Развитие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5715000"/>
            <a:ext cx="35204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Опыт полного цикла создания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8777A"/>
                </a:solidFill>
                <a:latin typeface="DejaVu Sans"/>
              </a:defRPr>
            </a:pPr>
            <a:r>
              <a:t>цифрового продукта.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09 / ПРОЕКТНЫЕ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ОРГАНИЗАЦИОННАЯ СТРУКТУРА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10 —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68777A"/>
                </a:solidFill>
                <a:latin typeface="DejaVu Sans"/>
              </a:defRPr>
            </a:pPr>
            <a:r>
              <a:t>Пример проектных ролей, не подтверждённая оргсхема Zixinet.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9663" y="2971800"/>
            <a:ext cx="3840480" cy="658368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17296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4C626A"/>
                </a:solidFill>
                <a:latin typeface="DejaVu Sans"/>
              </a:defRPr>
            </a:pPr>
            <a:r>
              <a:t>РУКОВОДСТВО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3630168"/>
            <a:ext cx="0" cy="438912"/>
          </a:xfrm>
          <a:prstGeom prst="line">
            <a:avLst/>
          </a:prstGeom>
          <a:ln w="19050">
            <a:solidFill>
              <a:srgbClr val="4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4069080"/>
            <a:ext cx="7543800" cy="0"/>
          </a:xfrm>
          <a:prstGeom prst="line">
            <a:avLst/>
          </a:prstGeom>
          <a:ln w="19050">
            <a:solidFill>
              <a:srgbClr val="4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22576" y="4069080"/>
            <a:ext cx="0" cy="411480"/>
          </a:xfrm>
          <a:prstGeom prst="line">
            <a:avLst/>
          </a:prstGeom>
          <a:ln w="19050">
            <a:solidFill>
              <a:srgbClr val="4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4480560"/>
            <a:ext cx="3547872" cy="150876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7365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4C626A"/>
                </a:solidFill>
                <a:latin typeface="DejaVu Sans"/>
              </a:defRPr>
            </a:pPr>
            <a:r>
              <a:t>Разработка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53766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68777A"/>
                </a:solidFill>
                <a:latin typeface="DejaVu Sans"/>
              </a:defRPr>
            </a:pPr>
            <a:r>
              <a:t>Frontend / Backend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4069080"/>
            <a:ext cx="0" cy="411480"/>
          </a:xfrm>
          <a:prstGeom prst="line">
            <a:avLst/>
          </a:prstGeom>
          <a:ln w="19050">
            <a:solidFill>
              <a:srgbClr val="4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325112" y="4480560"/>
            <a:ext cx="3547872" cy="150876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365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4C626A"/>
                </a:solidFill>
                <a:latin typeface="DejaVu Sans"/>
              </a:defRPr>
            </a:pPr>
            <a:r>
              <a:t>Дизайн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766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68777A"/>
                </a:solidFill>
                <a:latin typeface="DejaVu Sans"/>
              </a:defRPr>
            </a:pPr>
            <a:r>
              <a:t>UI / UX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75519" y="4069080"/>
            <a:ext cx="0" cy="411480"/>
          </a:xfrm>
          <a:prstGeom prst="line">
            <a:avLst/>
          </a:prstGeom>
          <a:ln w="19050">
            <a:solidFill>
              <a:srgbClr val="4C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101583" y="4480560"/>
            <a:ext cx="3547872" cy="150876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1" y="47365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4C626A"/>
                </a:solidFill>
                <a:latin typeface="DejaVu Sans"/>
              </a:defRPr>
            </a:pPr>
            <a:r>
              <a:t>Управление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53766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68777A"/>
                </a:solidFill>
                <a:latin typeface="DejaVu Sans"/>
              </a:defRPr>
            </a:pPr>
            <a:r>
              <a:t>Проекты / коммуникация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4C626A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8777A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10 / РАЗВИТИЕ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4720">
                <a:solidFill>
                  <a:srgbClr val="4C626A"/>
                </a:solidFill>
                <a:latin typeface="Open Sans Condensed Light"/>
              </a:defRPr>
            </a:pPr>
            <a:r>
              <a:t>КАРЬЕРА И УСЛОВИЯ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8777A"/>
                </a:solidFill>
                <a:latin typeface="DejaVu Sans"/>
              </a:defRPr>
            </a:pPr>
            <a:r>
              <a:t>11 —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7315200" cy="342900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4C626A"/>
                </a:solidFill>
                <a:latin typeface="DejaVu Sans"/>
              </a:defRPr>
            </a:pPr>
            <a:r>
              <a:t>ПРОФЕССИОНАЛЬНЫЙ ПУТЬ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7647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422">
                <a:solidFill>
                  <a:srgbClr val="4C626A"/>
                </a:solidFill>
                <a:latin typeface="Open Sans Condensed Light"/>
              </a:defRPr>
            </a:pPr>
            <a:r>
              <a:t>JUNIOR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8039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4C626A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77647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422">
                <a:solidFill>
                  <a:srgbClr val="4C626A"/>
                </a:solidFill>
                <a:latin typeface="Open Sans Condensed Light"/>
              </a:defRPr>
            </a:pPr>
            <a:r>
              <a:t>MIDDLE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8039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4C626A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7647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422">
                <a:solidFill>
                  <a:srgbClr val="4C626A"/>
                </a:solidFill>
                <a:latin typeface="Open Sans Condensed Light"/>
              </a:defRPr>
            </a:pPr>
            <a:r>
              <a:t>SENIOR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19472"/>
            <a:ext cx="6537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Рост через реальные задачи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8777A"/>
                </a:solidFill>
                <a:latin typeface="DejaVu Sans"/>
              </a:defRPr>
            </a:pPr>
            <a:r>
              <a:t>Специализация или управление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697480"/>
            <a:ext cx="3502152" cy="342900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3035808"/>
            <a:ext cx="28895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4C626A"/>
                </a:solidFill>
                <a:latin typeface="DejaVu Sans"/>
              </a:defRPr>
            </a:pPr>
            <a:r>
              <a:t>УСЛОВИЯ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4C626A"/>
                </a:solidFill>
                <a:latin typeface="DejaVu Sans"/>
              </a:defRPr>
            </a:pPr>
            <a:r>
              <a:t>РАБОТЫ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4251960"/>
            <a:ext cx="285292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Зарплату, график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формат работы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необходимо уточнять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по конкретной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4C626A"/>
                </a:solidFill>
                <a:latin typeface="DejaVu Sans"/>
              </a:defRPr>
            </a:pPr>
            <a:r>
              <a:t>вакансии.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7C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F7EED2"/>
                </a:solidFill>
                <a:latin typeface="DejaVu Sans"/>
              </a:defRPr>
            </a:pPr>
            <a:r>
              <a:t>zixinet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E0E3D8"/>
                </a:solidFill>
                <a:latin typeface="DejaVu Sans"/>
              </a:defRPr>
            </a:pPr>
            <a:r>
              <a:t>КАРЬЕРА / 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219456"/>
            <a:ext cx="731520" cy="411480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4C626A"/>
                </a:solidFill>
                <a:latin typeface="DejaVu Sans"/>
              </a:defRPr>
            </a:pPr>
            <a: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C9C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ZIXINET / КАРЬЕРА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E0E3D8"/>
                </a:solidFill>
                <a:latin typeface="DejaVu Sans"/>
              </a:defRPr>
            </a:pPr>
            <a:r>
              <a:t>12 —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051560"/>
            <a:ext cx="4160520" cy="5074920"/>
          </a:xfrm>
          <a:prstGeom prst="rect">
            <a:avLst/>
          </a:prstGeom>
          <a:solidFill>
            <a:srgbClr val="E5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1828800"/>
            <a:ext cx="3749039" cy="37490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1371600"/>
            <a:ext cx="3474720" cy="384048"/>
          </a:xfrm>
          <a:prstGeom prst="rect">
            <a:avLst/>
          </a:prstGeom>
          <a:solidFill>
            <a:srgbClr val="D4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4C626A"/>
                </a:solidFill>
                <a:latin typeface="DejaVu Sans"/>
              </a:defRPr>
            </a:pPr>
            <a:r>
              <a:t>СОЗДАВАТЬ ВМЕСТЕ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73152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8260">
                <a:solidFill>
                  <a:srgbClr val="F7EED2"/>
                </a:solidFill>
                <a:latin typeface="Open Sans Condensed Light"/>
              </a:defRPr>
            </a:pPr>
            <a:r>
              <a:t>СПАСИБО</a:t>
            </a:r>
          </a:p>
          <a:p>
            <a:pPr>
              <a:lnSpc>
                <a:spcPct val="100000"/>
              </a:lnSpc>
              <a:defRPr sz="8260">
                <a:solidFill>
                  <a:srgbClr val="F7EED2"/>
                </a:solidFill>
                <a:latin typeface="Open Sans Condensed Light"/>
              </a:defRPr>
            </a:pPr>
            <a:r>
              <a:t>ЗА ВНИМАНИЕ!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3068">
                <a:solidFill>
                  <a:srgbClr val="F7EED2"/>
                </a:solidFill>
                <a:latin typeface="Open Sans Condensed Light"/>
              </a:defRPr>
            </a:pPr>
            <a:r>
              <a:t>ZIXINET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8464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E0E3D8"/>
                </a:solidFill>
                <a:latin typeface="DejaVu Sans"/>
              </a:defRPr>
            </a:pPr>
            <a:r>
              <a:t>Карьера · команда · технологии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064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F7EED2"/>
                </a:solidFill>
                <a:latin typeface="DejaVu Sans"/>
              </a:defRPr>
            </a:pPr>
            <a:r>
              <a:rPr>
                <a:hlinkClick r:id="rId3"/>
              </a:rPr>
              <a:t>zixinet.ru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